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1E2118"/>
          </a:solidFill>
          <a:ln/>
        </p:spPr>
      </p:sp>
      <p:sp>
        <p:nvSpPr>
          <p:cNvPr id="3" name="Shape 1"/>
          <p:cNvSpPr/>
          <p:nvPr/>
        </p:nvSpPr>
        <p:spPr>
          <a:xfrm>
            <a:off x="4809744" y="0"/>
            <a:ext cx="36576" cy="5143500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Phoenix, AZ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Acquisition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$95M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412,000 sq ft  ·  5.8% cap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66360" y="347472"/>
            <a:ext cx="3657600" cy="1325880"/>
          </a:xfrm>
          <a:prstGeom prst="rect">
            <a:avLst/>
          </a:prstGeom>
          <a:solidFill>
            <a:srgbClr val="FAF7F2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66360" y="347472"/>
            <a:ext cx="64008" cy="1325880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11" name="Text 9"/>
          <p:cNvSpPr/>
          <p:nvPr/>
        </p:nvSpPr>
        <p:spPr>
          <a:xfrm>
            <a:off x="5376672" y="484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Tenant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76672" y="7589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76672" y="1261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NOI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1828800"/>
            <a:ext cx="3657600" cy="1325880"/>
          </a:xfrm>
          <a:prstGeom prst="rect">
            <a:avLst/>
          </a:prstGeom>
          <a:solidFill>
            <a:srgbClr val="FAF7F2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1828800"/>
            <a:ext cx="64008" cy="1325880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16" name="Text 14"/>
          <p:cNvSpPr/>
          <p:nvPr/>
        </p:nvSpPr>
        <p:spPr>
          <a:xfrm>
            <a:off x="5376672" y="1965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76672" y="2240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Wells Fargo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76672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66360" y="3310128"/>
            <a:ext cx="3657600" cy="1325880"/>
          </a:xfrm>
          <a:prstGeom prst="rect">
            <a:avLst/>
          </a:prstGeom>
          <a:solidFill>
            <a:srgbClr val="FAF7F2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66360" y="3310128"/>
            <a:ext cx="64008" cy="1325880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21" name="Text 19"/>
          <p:cNvSpPr/>
          <p:nvPr/>
        </p:nvSpPr>
        <p:spPr>
          <a:xfrm>
            <a:off x="5376672" y="3447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Footage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76672" y="37216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412,000 sf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76672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/ Warehouse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21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LAYER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U.S. government data. Free. Live.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FAF7F2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023360" cy="64008"/>
          </a:xfrm>
          <a:prstGeom prst="rect">
            <a:avLst/>
          </a:prstGeom>
          <a:solidFill>
            <a:srgbClr val="9C7B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61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FRED  ·  BLS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RESERVE  ·  BUREAU OF LABOR STATISTICS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2532888"/>
            <a:ext cx="164592" cy="36576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423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Treasury Yield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94360" y="2971800"/>
            <a:ext cx="164592" cy="36576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862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30-Yr Mortgage Rate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" y="3410712"/>
            <a:ext cx="164592" cy="36576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300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PHX Employment Growth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4360" y="3849624"/>
            <a:ext cx="164592" cy="36576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7398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Spending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54880" y="1371600"/>
            <a:ext cx="4023360" cy="3474720"/>
          </a:xfrm>
          <a:prstGeom prst="rect">
            <a:avLst/>
          </a:prstGeom>
          <a:solidFill>
            <a:srgbClr val="FAF7F2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371600"/>
            <a:ext cx="4023360" cy="64008"/>
          </a:xfrm>
          <a:prstGeom prst="rect">
            <a:avLst/>
          </a:prstGeom>
          <a:solidFill>
            <a:srgbClr val="9C7B3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36192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57784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U.S. Census Bureau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98348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POPULATION &amp; CONSTRUCTION DATA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983480" y="2532888"/>
            <a:ext cx="164592" cy="36576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24" name="Text 20"/>
          <p:cNvSpPr/>
          <p:nvPr/>
        </p:nvSpPr>
        <p:spPr>
          <a:xfrm>
            <a:off x="5257800" y="2423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Population Growth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983480" y="2971800"/>
            <a:ext cx="164592" cy="36576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26" name="Text 22"/>
          <p:cNvSpPr/>
          <p:nvPr/>
        </p:nvSpPr>
        <p:spPr>
          <a:xfrm>
            <a:off x="5257800" y="2862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Permits Filed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4983480" y="3410712"/>
            <a:ext cx="164592" cy="36576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28" name="Text 24"/>
          <p:cNvSpPr/>
          <p:nvPr/>
        </p:nvSpPr>
        <p:spPr>
          <a:xfrm>
            <a:off x="5257800" y="33009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Maricopa County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118"/>
          </a:solidFill>
          <a:ln/>
        </p:spPr>
      </p:sp>
      <p:sp>
        <p:nvSpPr>
          <p:cNvPr id="3" name="Shape 1"/>
          <p:cNvSpPr/>
          <p:nvPr/>
        </p:nvSpPr>
        <p:spPr>
          <a:xfrm>
            <a:off x="3712464" y="0"/>
            <a:ext cx="36576" cy="5143500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840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NEWS LAYER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22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822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Tavily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11480" y="1481328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C9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public sources —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C9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filings, reports, news.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C9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facts and numbers</a:t>
            </a:r>
            <a:endParaRPr lang="en-US" sz="16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C9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matter. Not links.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signal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changes the deal.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069080" y="411480"/>
            <a:ext cx="4754880" cy="1874520"/>
          </a:xfrm>
          <a:prstGeom prst="rect">
            <a:avLst/>
          </a:prstGeom>
          <a:solidFill>
            <a:srgbClr val="FAF7F2"/>
          </a:solidFill>
          <a:ln w="12700">
            <a:solidFill>
              <a:srgbClr val="7A2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411480"/>
            <a:ext cx="73152" cy="1874520"/>
          </a:xfrm>
          <a:prstGeom prst="rect">
            <a:avLst/>
          </a:prstGeom>
          <a:solidFill>
            <a:srgbClr val="7A2020"/>
          </a:solidFill>
          <a:ln/>
        </p:spPr>
      </p:sp>
      <p:sp>
        <p:nvSpPr>
          <p:cNvPr id="11" name="Text 8"/>
          <p:cNvSpPr/>
          <p:nvPr/>
        </p:nvSpPr>
        <p:spPr>
          <a:xfrm>
            <a:off x="4279392" y="576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 8-K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279392" y="88696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Rightsizing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4279392" y="16733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tenant flagging logistics cuts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069080" y="2606040"/>
            <a:ext cx="4754880" cy="1874520"/>
          </a:xfrm>
          <a:prstGeom prst="rect">
            <a:avLst/>
          </a:prstGeom>
          <a:solidFill>
            <a:srgbClr val="FAF7F2"/>
          </a:solidFill>
          <a:ln w="12700">
            <a:solidFill>
              <a:srgbClr val="7A2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69080" y="2606040"/>
            <a:ext cx="73152" cy="1874520"/>
          </a:xfrm>
          <a:prstGeom prst="rect">
            <a:avLst/>
          </a:prstGeom>
          <a:solidFill>
            <a:srgbClr val="7A2020"/>
          </a:solidFill>
          <a:ln/>
        </p:spPr>
      </p:sp>
      <p:sp>
        <p:nvSpPr>
          <p:cNvPr id="16" name="Text 13"/>
          <p:cNvSpPr/>
          <p:nvPr/>
        </p:nvSpPr>
        <p:spPr>
          <a:xfrm>
            <a:off x="4279392" y="2770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PHX INDUSTRIAL VACANCY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79392" y="30815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A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279392" y="38679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4.1% year over year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it how to think. It answers consistently.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2651760" cy="3520440"/>
          </a:xfrm>
          <a:prstGeom prst="rect">
            <a:avLst/>
          </a:prstGeom>
          <a:solidFill>
            <a:srgbClr val="252E23"/>
          </a:solidFill>
          <a:ln w="12700">
            <a:solidFill>
              <a:srgbClr val="9C7B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98448"/>
            <a:ext cx="2651760" cy="64008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signals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Rates  ·  Vacancy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Tenant news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651760" cy="3520440"/>
          </a:xfrm>
          <a:prstGeom prst="rect">
            <a:avLst/>
          </a:prstGeom>
          <a:solidFill>
            <a:srgbClr val="252E23"/>
          </a:solidFill>
          <a:ln w="12700">
            <a:solidFill>
              <a:srgbClr val="C9A9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98448"/>
            <a:ext cx="2651760" cy="64008"/>
          </a:xfrm>
          <a:prstGeom prst="rect">
            <a:avLst/>
          </a:prstGeom>
          <a:solidFill>
            <a:srgbClr val="C9A95A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Ibrahima wrote these.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2768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6791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on every deal.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1298448"/>
            <a:ext cx="2651760" cy="3520440"/>
          </a:xfrm>
          <a:prstGeom prst="rect">
            <a:avLst/>
          </a:prstGeom>
          <a:solidFill>
            <a:srgbClr val="252E23"/>
          </a:solidFill>
          <a:ln w="12700">
            <a:solidFill>
              <a:srgbClr val="2A5C3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98448"/>
            <a:ext cx="2651760" cy="64008"/>
          </a:xfrm>
          <a:prstGeom prst="rect">
            <a:avLst/>
          </a:prstGeom>
          <a:solidFill>
            <a:srgbClr val="2A5C3F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Posture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2350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Move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017520" y="3063240"/>
            <a:ext cx="228600" cy="0"/>
          </a:xfrm>
          <a:prstGeom prst="line">
            <a:avLst/>
          </a:prstGeom>
          <a:noFill/>
          <a:ln w="25400">
            <a:solidFill>
              <a:srgbClr val="9C7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990088"/>
            <a:ext cx="73152" cy="146304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24" name="Shape 22"/>
          <p:cNvSpPr/>
          <p:nvPr/>
        </p:nvSpPr>
        <p:spPr>
          <a:xfrm>
            <a:off x="5897880" y="3063240"/>
            <a:ext cx="228600" cy="0"/>
          </a:xfrm>
          <a:prstGeom prst="line">
            <a:avLst/>
          </a:prstGeom>
          <a:noFill/>
          <a:ln w="25400">
            <a:solidFill>
              <a:srgbClr val="9C7B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2990088"/>
            <a:ext cx="73152" cy="146304"/>
          </a:xfrm>
          <a:prstGeom prst="rect">
            <a:avLst/>
          </a:prstGeom>
          <a:solidFill>
            <a:srgbClr val="9C7B3A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7432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 means the code that reads it never breaks.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1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Phoenix  ·  $95M Industrial  ·  5.8% Cap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1188720"/>
          </a:xfrm>
          <a:prstGeom prst="rect">
            <a:avLst/>
          </a:prstGeom>
          <a:solidFill>
            <a:srgbClr val="E8F0EB"/>
          </a:solidFill>
          <a:ln w="12700">
            <a:solidFill>
              <a:srgbClr val="2A5C3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5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5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4023360" cy="1188720"/>
          </a:xfrm>
          <a:prstGeom prst="rect">
            <a:avLst/>
          </a:prstGeom>
          <a:solidFill>
            <a:srgbClr val="F5E8E8"/>
          </a:solidFill>
          <a:ln w="12700">
            <a:solidFill>
              <a:srgbClr val="7A202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Renegotiate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8412480" cy="2103120"/>
          </a:xfrm>
          <a:prstGeom prst="rect">
            <a:avLst/>
          </a:prstGeom>
          <a:solidFill>
            <a:srgbClr val="FAF7F2"/>
          </a:solidFill>
          <a:ln w="6350">
            <a:solidFill>
              <a:srgbClr val="D4C9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670048"/>
            <a:ext cx="64008" cy="2103120"/>
          </a:xfrm>
          <a:prstGeom prst="rect">
            <a:avLst/>
          </a:prstGeom>
          <a:solidFill>
            <a:srgbClr val="9C7B3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" y="2761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C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" y="3090672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Leverage rising vacancy + Amazon's rightsizing to push on price and cap rate.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2026-05-02T00:57:21Z</dcterms:created>
  <dcterms:modified xsi:type="dcterms:W3CDTF">2026-05-02T00:57:21Z</dcterms:modified>
</cp:coreProperties>
</file>